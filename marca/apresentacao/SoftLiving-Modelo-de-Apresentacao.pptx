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Capa. Troque o titulo, o subtitulo e a data. Uma palavra do titulo fica em italico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 Ate cinco itens. Apague as linhas que sobrarem.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 secao. Use entre os blocos da apresentacao.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Titulo e texto. Mantenha o texto em ate seis 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cartoes de vidro. Um titulo curto e duas linhas de apoio em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Numero em destaque. Troque o numero e explique o que ele significa.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e foto. Arraste a foto para o retangulo verde da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Citacao de um membro da comunidade, com foto e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de impacto. Sem outros elementos.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 Preencha os contatos.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43000" y="1143000"/>
            <a:ext cx="2857500" cy="5143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857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81250"/>
            <a:ext cx="142875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400" b="1" i="0">
                <a:solidFill>
                  <a:srgbClr val="013565"/>
                </a:solidFill>
                <a:latin typeface="Fraunces"/>
              </a:rPr>
              <a:t>Tempo de qualidade, conexões genuínas e </a:t>
            </a:r>
            <a:r>
              <a:rPr sz="8400" b="1" i="1">
                <a:solidFill>
                  <a:srgbClr val="1F5519"/>
                </a:solidFill>
                <a:latin typeface="Fraunces"/>
              </a:rPr>
              <a:t>bem-estar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0"/>
            <a:ext cx="1143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56606C"/>
                </a:solidFill>
                <a:latin typeface="Inter"/>
              </a:rPr>
              <a:t>[Subtítulo da apresentação em uma ou duas linhas.]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904875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5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0" y="922020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0" i="0">
                <a:solidFill>
                  <a:srgbClr val="56606C"/>
                </a:solidFill>
                <a:latin typeface="Inter"/>
              </a:rPr>
              <a:t>[Local, mês e ano]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04775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24000"/>
            <a:ext cx="13335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013565"/>
                </a:solidFill>
                <a:latin typeface="Fraunces"/>
              </a:rPr>
              <a:t>O que vamos ver hoje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048000"/>
            <a:ext cx="16002000" cy="971550"/>
          </a:xfrm>
          <a:prstGeom prst="roundRect">
            <a:avLst>
              <a:gd name="adj" fmla="val 33333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3048000"/>
            <a:ext cx="9525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9FD0B0"/>
                </a:solidFill>
                <a:latin typeface="Fraunce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750" y="3048000"/>
            <a:ext cx="140970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D2430"/>
                </a:solidFill>
                <a:latin typeface="Inter"/>
              </a:rPr>
              <a:t>[Tema 1 da apresentação]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210050"/>
            <a:ext cx="16002000" cy="971550"/>
          </a:xfrm>
          <a:prstGeom prst="roundRect">
            <a:avLst>
              <a:gd name="adj" fmla="val 33333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0" y="4210050"/>
            <a:ext cx="9525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9FD0B0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1750" y="4210050"/>
            <a:ext cx="140970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D2430"/>
                </a:solidFill>
                <a:latin typeface="Inter"/>
              </a:rPr>
              <a:t>[Tema 2 da apresentação]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5372100"/>
            <a:ext cx="16002000" cy="971550"/>
          </a:xfrm>
          <a:prstGeom prst="roundRect">
            <a:avLst>
              <a:gd name="adj" fmla="val 33333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4000" y="5372100"/>
            <a:ext cx="9525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9FD0B0"/>
                </a:solidFill>
                <a:latin typeface="Fraunce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1750" y="5372100"/>
            <a:ext cx="140970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D2430"/>
                </a:solidFill>
                <a:latin typeface="Inter"/>
              </a:rPr>
              <a:t>[Tema 3 da apresentação]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534150"/>
            <a:ext cx="16002000" cy="971550"/>
          </a:xfrm>
          <a:prstGeom prst="roundRect">
            <a:avLst>
              <a:gd name="adj" fmla="val 33333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0" y="6534150"/>
            <a:ext cx="9525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9FD0B0"/>
                </a:solidFill>
                <a:latin typeface="Fraunce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1750" y="6534150"/>
            <a:ext cx="140970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D2430"/>
                </a:solidFill>
                <a:latin typeface="Inter"/>
              </a:rPr>
              <a:t>[Tema 4 da apresentação]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7696200"/>
            <a:ext cx="16002000" cy="971550"/>
          </a:xfrm>
          <a:prstGeom prst="roundRect">
            <a:avLst>
              <a:gd name="adj" fmla="val 33333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4000" y="7696200"/>
            <a:ext cx="9525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9FD0B0"/>
                </a:solidFill>
                <a:latin typeface="Fraunce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750" y="7696200"/>
            <a:ext cx="140970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D2430"/>
                </a:solidFill>
                <a:latin typeface="Inter"/>
              </a:rPr>
              <a:t>[Tema 5 da apresentação]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81250"/>
            <a:ext cx="5715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9500" b="1" i="0">
                <a:solidFill>
                  <a:srgbClr val="F5C46B"/>
                </a:solidFill>
                <a:latin typeface="Fraunce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334000"/>
            <a:ext cx="14287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800" b="1" i="0">
                <a:solidFill>
                  <a:srgbClr val="FFFFFF"/>
                </a:solidFill>
                <a:latin typeface="Fraunces"/>
              </a:rPr>
              <a:t>[Nome da seção em até duas linhas]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905750"/>
            <a:ext cx="1238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0" i="0">
                <a:solidFill>
                  <a:srgbClr val="D6E6F5"/>
                </a:solidFill>
                <a:latin typeface="Inter"/>
              </a:rPr>
              <a:t>[Uma frase sobre o que vem a seguir.]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D6E6F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CFE9C4"/>
                </a:solidFill>
                <a:latin typeface="Times New Roman"/>
              </a:rPr>
              <a:t>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D6E6F5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04775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24000"/>
            <a:ext cx="1428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013565"/>
                </a:solidFill>
                <a:latin typeface="Fraunces"/>
              </a:rPr>
              <a:t>[Título do slide com uma palavra em </a:t>
            </a:r>
            <a:r>
              <a:rPr sz="5700" b="1" i="1">
                <a:solidFill>
                  <a:srgbClr val="1F5519"/>
                </a:solidFill>
                <a:latin typeface="Fraunces"/>
              </a:rPr>
              <a:t>destaque</a:t>
            </a:r>
            <a:r>
              <a:rPr sz="5700" b="1" i="0">
                <a:solidFill>
                  <a:srgbClr val="013565"/>
                </a:solidFill>
                <a:latin typeface="Fraunces"/>
              </a:rPr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10000"/>
            <a:ext cx="123825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0" i="0">
                <a:solidFill>
                  <a:srgbClr val="56606C"/>
                </a:solidFill>
                <a:latin typeface="Inter"/>
              </a:rPr>
              <a:t>[Texto corrido em Inter. Escreva de três a seis linhas, com frases curtas e diretas. Deixe respiro em volta e evite preencher o slide inteiro.]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04775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24000"/>
            <a:ext cx="1428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013565"/>
                </a:solidFill>
                <a:latin typeface="Fraunces"/>
              </a:rPr>
              <a:t>[Três ideias lado a lado]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143250"/>
            <a:ext cx="5086350" cy="5143500"/>
          </a:xfrm>
          <a:prstGeom prst="roundRect">
            <a:avLst>
              <a:gd name="adj" fmla="val 8988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3543300"/>
            <a:ext cx="285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>
                <a:solidFill>
                  <a:srgbClr val="9FD0B0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762500"/>
            <a:ext cx="41719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13565"/>
                </a:solidFill>
                <a:latin typeface="Fraunces"/>
              </a:rPr>
              <a:t>[Título do pilar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6000750"/>
            <a:ext cx="41719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i="0">
                <a:solidFill>
                  <a:srgbClr val="56606C"/>
                </a:solidFill>
                <a:latin typeface="Inter"/>
              </a:rPr>
              <a:t>[Duas ou três linhas explicando a ideia.]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0825" y="3143250"/>
            <a:ext cx="5086350" cy="5143500"/>
          </a:xfrm>
          <a:prstGeom prst="roundRect">
            <a:avLst>
              <a:gd name="adj" fmla="val 8988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8025" y="3543300"/>
            <a:ext cx="285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>
                <a:solidFill>
                  <a:srgbClr val="9FD0B0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4762500"/>
            <a:ext cx="41719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13565"/>
                </a:solidFill>
                <a:latin typeface="Fraunces"/>
              </a:rPr>
              <a:t>[Título do pilar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6000750"/>
            <a:ext cx="41719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i="0">
                <a:solidFill>
                  <a:srgbClr val="56606C"/>
                </a:solidFill>
                <a:latin typeface="Inter"/>
              </a:rPr>
              <a:t>[Duas ou três linhas explicando a ideia.]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58650" y="3143250"/>
            <a:ext cx="5086350" cy="5143500"/>
          </a:xfrm>
          <a:prstGeom prst="roundRect">
            <a:avLst>
              <a:gd name="adj" fmla="val 8988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15850" y="3543300"/>
            <a:ext cx="285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>
                <a:solidFill>
                  <a:srgbClr val="9FD0B0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15850" y="4762500"/>
            <a:ext cx="41719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13565"/>
                </a:solidFill>
                <a:latin typeface="Fraunces"/>
              </a:rPr>
              <a:t>[Título do pilar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15850" y="6000750"/>
            <a:ext cx="41719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i="0">
                <a:solidFill>
                  <a:srgbClr val="56606C"/>
                </a:solidFill>
                <a:latin typeface="Inter"/>
              </a:rPr>
              <a:t>[Duas ou três linhas explicando a ideia.]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04775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78105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500" b="1" i="0">
                <a:solidFill>
                  <a:srgbClr val="1F5519"/>
                </a:solidFill>
                <a:latin typeface="Fraunces"/>
              </a:rPr>
              <a:t>[00%]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096000"/>
            <a:ext cx="7810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 i="0">
                <a:solidFill>
                  <a:srgbClr val="013565"/>
                </a:solidFill>
                <a:latin typeface="Inter"/>
              </a:rPr>
              <a:t>[O que este número representa, em uma frase.]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15500" y="2286000"/>
            <a:ext cx="7429500" cy="5334000"/>
          </a:xfrm>
          <a:prstGeom prst="roundRect">
            <a:avLst>
              <a:gd name="adj" fmla="val 8571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8900" y="2819400"/>
            <a:ext cx="6362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13565"/>
                </a:solidFill>
                <a:latin typeface="Fraunces"/>
              </a:rPr>
              <a:t>[Contexto]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8900" y="3619500"/>
            <a:ext cx="63627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50" b="0" i="0">
                <a:solidFill>
                  <a:srgbClr val="56606C"/>
                </a:solidFill>
                <a:latin typeface="Inter"/>
              </a:rPr>
              <a:t>[Três ou quatro linhas com a explicação, a fonte do dado e o período a que ele se refere.]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047750"/>
            <a:ext cx="723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74295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1" i="0">
                <a:solidFill>
                  <a:srgbClr val="013565"/>
                </a:solidFill>
                <a:latin typeface="Fraunces"/>
              </a:rPr>
              <a:t>[Título do slide em até três linhas]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953000"/>
            <a:ext cx="7239000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0" i="0">
                <a:solidFill>
                  <a:srgbClr val="56606C"/>
                </a:solidFill>
                <a:latin typeface="Inter"/>
              </a:rPr>
              <a:t>[Texto de apoio em três a cinco linhas, ao lado da imagem.]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34500" y="857250"/>
            <a:ext cx="8096250" cy="8001000"/>
          </a:xfrm>
          <a:prstGeom prst="roundRect">
            <a:avLst>
              <a:gd name="adj" fmla="val 6666"/>
            </a:avLst>
          </a:prstGeom>
          <a:solidFill>
            <a:srgbClr val="9F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34500" y="857250"/>
            <a:ext cx="809625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174313"/>
                </a:solidFill>
                <a:latin typeface="Inter"/>
              </a:rPr>
              <a:t>[FOTO: pessoas 50+, luz natural]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n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571500"/>
            <a:ext cx="28575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 i="0">
                <a:solidFill>
                  <a:srgbClr val="FFFFFF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143250"/>
            <a:ext cx="15240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5400" b="1" i="0">
                <a:solidFill>
                  <a:srgbClr val="013565"/>
                </a:solidFill>
                <a:latin typeface="Fraunces"/>
              </a:rPr>
              <a:t>[Frase de um membro da comunidade, em até três linhas, com uma palavra em </a:t>
            </a:r>
            <a:r>
              <a:rPr sz="5400" b="1" i="1">
                <a:solidFill>
                  <a:srgbClr val="1F5519"/>
                </a:solidFill>
                <a:latin typeface="Fraunces"/>
              </a:rPr>
              <a:t>destaque</a:t>
            </a:r>
            <a:r>
              <a:rPr sz="5400" b="1" i="0">
                <a:solidFill>
                  <a:srgbClr val="013565"/>
                </a:solidFill>
                <a:latin typeface="Fraunces"/>
              </a:rPr>
              <a:t>.]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7429500"/>
            <a:ext cx="1047750" cy="1047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7429500"/>
            <a:ext cx="104775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5519"/>
                </a:solidFill>
                <a:latin typeface="Inter"/>
              </a:rPr>
              <a:t>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6500" y="75247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50" b="1" i="0">
                <a:solidFill>
                  <a:srgbClr val="013565"/>
                </a:solidFill>
                <a:latin typeface="Inter"/>
              </a:rPr>
              <a:t>[Nome, idade]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500" y="80200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56606C"/>
                </a:solidFill>
                <a:latin typeface="Inter"/>
              </a:rPr>
              <a:t>[Grupo ou cidade]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8125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FE9C4"/>
                </a:solidFill>
                <a:latin typeface="Inter"/>
              </a:rPr>
              <a:t>PARA LEMBRAR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52750"/>
            <a:ext cx="15240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900" b="1" i="0">
                <a:solidFill>
                  <a:srgbClr val="FFFFFF"/>
                </a:solidFill>
                <a:latin typeface="Fraunces"/>
              </a:rPr>
              <a:t>Histórias que deixam a vida mais </a:t>
            </a:r>
            <a:r>
              <a:rPr sz="9900" b="1" i="1">
                <a:solidFill>
                  <a:srgbClr val="F5C46B"/>
                </a:solidFill>
                <a:latin typeface="Fraunces"/>
              </a:rPr>
              <a:t>leve</a:t>
            </a:r>
            <a:r>
              <a:rPr sz="9900" b="1" i="0">
                <a:solidFill>
                  <a:srgbClr val="FFFFFF"/>
                </a:solidFill>
                <a:latin typeface="Fraunce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D6E6F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CFE9C4"/>
                </a:solidFill>
                <a:latin typeface="Times New Roman"/>
              </a:rPr>
              <a:t>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D6E6F5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905000"/>
            <a:ext cx="1428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0" b="1" i="0">
                <a:solidFill>
                  <a:srgbClr val="FFFFFF"/>
                </a:solidFill>
                <a:latin typeface="Fraunces"/>
              </a:rPr>
              <a:t>Obrigado</a:t>
            </a:r>
            <a:r>
              <a:rPr sz="11250" b="1" i="0">
                <a:solidFill>
                  <a:srgbClr val="F5C46B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095750"/>
            <a:ext cx="12382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50" b="0" i="0">
                <a:solidFill>
                  <a:srgbClr val="D6E6F5"/>
                </a:solidFill>
                <a:latin typeface="Inter"/>
              </a:rPr>
              <a:t>[Frase de fechamento ou próximo passo.]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5905500"/>
            <a:ext cx="85725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6191250"/>
            <a:ext cx="7620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Inter"/>
              </a:rPr>
              <a:t>[Nome e cargo]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7056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D6E6F5"/>
                </a:solidFill>
                <a:latin typeface="Inter"/>
              </a:rPr>
              <a:t>[e-mail]  ·  [telefone]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71628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F5C46B"/>
                </a:solidFill>
                <a:latin typeface="Inter"/>
              </a:rPr>
              <a:t>softliving.com.br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04875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1">
                <a:solidFill>
                  <a:srgbClr val="D6E6F5"/>
                </a:solidFill>
                <a:latin typeface="Times New Roman"/>
              </a:rPr>
              <a:t>Soft</a:t>
            </a:r>
            <a:r>
              <a:rPr sz="4500" b="1" i="0">
                <a:solidFill>
                  <a:srgbClr val="CFE9C4"/>
                </a:solidFill>
                <a:latin typeface="Times New Roman"/>
              </a:rPr>
              <a:t>Living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